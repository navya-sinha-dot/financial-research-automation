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UNKNOWN Corporation (AAPL)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UNKNOWN Corporation (AAPL)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$5,520.0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20.1%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11.3%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2.61x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1,020.0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2023-12-31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5,380.0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1,060.0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2024-03-31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5,520.0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AAPL_rev_20260918_052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AAPL_margins_20260918_0520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AAPL delivered $5,520.0M in latest quarterly revenue with a robust net margin of 20.1%.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AAPL competitive position relative to industry peers</a:t>
            </a:r>
          </a:p>
        </p:txBody>
      </p:sp>
      <p:pic>
        <p:nvPicPr>
          <p:cNvPr id="3" name="Picture 2" descr="AAPL_peer_20260918_052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632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75th pct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50th pct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AAPL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25th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