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Meta Platforms, Inc. (META)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Meta Platforms, Inc. (META)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$60,801.0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26.1%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6.1%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2.23x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2025-06-30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47,516.0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18,337.0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Q3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2025-09-30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51,242.0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2,709.0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Q4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2025-12-31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59,893.0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22,768.0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56,311.0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26,773.0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2026-06-30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60,801.0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15,848.0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+28.0%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META_rev_20260918_0745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META_margins_20260918_074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META delivered $60,801.0M in latest quarterly revenue with a robust net margin of 26.1%.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META competitive position relative to industry peers</a:t>
            </a:r>
          </a:p>
        </p:txBody>
      </p:sp>
      <p:pic>
        <p:nvPicPr>
          <p:cNvPr id="3" name="Picture 2" descr="META_peer_20260918_0745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6135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40th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20th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80th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META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60th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