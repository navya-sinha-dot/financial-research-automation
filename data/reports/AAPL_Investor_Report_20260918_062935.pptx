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37160" cy="3474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2563EB"/>
                </a:solidFill>
              </a:defRPr>
            </a:pPr>
            <a:r>
              <a:t>FINANCIAL RESEARCH AUTOMATION (FRA)</a:t>
            </a:r>
          </a:p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</a:defRPr>
            </a:pPr>
            <a:r>
              <a:t>UNKNOWN Corporation (AAPL)</a:t>
            </a:r>
          </a:p>
          <a:p>
            <a:pPr>
              <a:spcAft>
                <a:spcPts val="2400"/>
              </a:spcAft>
              <a:defRPr sz="2000">
                <a:solidFill>
                  <a:srgbClr val="F1F5F9"/>
                </a:solidFill>
              </a:defRPr>
            </a:pPr>
            <a:r>
              <a:t>Quarterly Financial Performance &amp; Peer Benchmarking Report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Exchange: NASDAQ  |  Sector: Information Technology  |  Generated: September 18,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Executive Financial Summary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UNKNOWN Corporation (AAPL) - Core Performance Indicators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QUARTERLY TOTAL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$5,520.0 M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Latest Revenue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PROFITABILITY</a:t>
            </a:r>
          </a:p>
          <a:p>
            <a:pPr>
              <a:defRPr sz="2200" b="1">
                <a:solidFill>
                  <a:srgbClr val="0D9488"/>
                </a:solidFill>
              </a:defRPr>
            </a:pPr>
            <a:r>
              <a:t>20.1%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Net Profit Margin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SHAREHOLDER RETURN</a:t>
            </a:r>
          </a:p>
          <a:p>
            <a:pPr>
              <a:defRPr sz="2200" b="1">
                <a:solidFill>
                  <a:srgbClr val="D97706"/>
                </a:solidFill>
              </a:defRPr>
            </a:pPr>
            <a:r>
              <a:t>11.3%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Return on Equity (ROE)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645920"/>
            <a:ext cx="2468880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LIQUIDITY BUFFER</a:t>
            </a:r>
          </a:p>
          <a:p>
            <a:pPr>
              <a:defRPr sz="2200" b="1">
                <a:solidFill>
                  <a:srgbClr val="2563EB"/>
                </a:solidFill>
              </a:defRPr>
            </a:pPr>
            <a:r>
              <a:t>2.61x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Current Ratio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338328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354"/>
                <a:gridCol w="1528354"/>
                <a:gridCol w="1528354"/>
                <a:gridCol w="1528354"/>
                <a:gridCol w="1528354"/>
                <a:gridCol w="1528354"/>
                <a:gridCol w="1528356"/>
              </a:tblGrid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Report Date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Revenue ($M)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Net Income ($M)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YoY Growth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Net Margin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Q1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2023-06-30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5,100.0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980.0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11.1%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Q2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2023-09-30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5,250.0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1,020.0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11.2%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Q3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2023-12-31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5,380.0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1,060.0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11.3%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Q4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2024-03-31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5,520.0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1,110.0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11.3%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Financial Trajectory &amp; Trends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Multi-quarter revenue, net income, and margin performance</a:t>
            </a:r>
          </a:p>
        </p:txBody>
      </p:sp>
      <p:pic>
        <p:nvPicPr>
          <p:cNvPr id="3" name="Picture 2" descr="AAPL_rev_20260918_0629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2902931"/>
          </a:xfrm>
          <a:prstGeom prst="rect">
            <a:avLst/>
          </a:prstGeom>
        </p:spPr>
      </p:pic>
      <p:pic>
        <p:nvPicPr>
          <p:cNvPr id="4" name="Picture 3" descr="AAPL_margins_20260918_0629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29029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5778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Key Analytical Insights: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AAPL delivered $5,520.0M in latest quarterly revenue with a robust net margin of 20.1%.</a:t>
            </a:r>
            <a:br/>
            <a:r>
              <a:t>• Balance sheet shows stable liquidity with consistent operating cash flow generation.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Peer Benchmark &amp; Percentile Standing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AAPL competitive position relative to industry peers</a:t>
            </a:r>
          </a:p>
        </p:txBody>
      </p:sp>
      <p:pic>
        <p:nvPicPr>
          <p:cNvPr id="3" name="Picture 2" descr="AAPL_peer_20260918_0629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303520" cy="296135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309360" y="1645920"/>
          <a:ext cx="5120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</a:tblGrid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Ticker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Net Margin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Percentile Rank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INFY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21.0%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75th pct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TCS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20.2%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12.4%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50th pct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MSFT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34.0%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100th pct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AAPL *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20.1%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11.3%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25th pct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GOOGL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</a:defRPr>
                      </a:pPr>
                      <a:r>
                        <a:t>50th pct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