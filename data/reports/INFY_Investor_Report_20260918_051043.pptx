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Infosys Limited (INFY)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Infosys Limited (INFY)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$4,718.0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15.9%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8.1%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2.50x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914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4,617.0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4,718.0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750.0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INFY_rev_20260918_051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INFY_margins_20260918_0510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INFY delivered $4,718.0M in latest quarterly revenue with a robust net margin of 15.9%.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INFY competitive position relative to industry peers</a:t>
            </a:r>
          </a:p>
        </p:txBody>
      </p:sp>
      <p:pic>
        <p:nvPicPr>
          <p:cNvPr id="3" name="Picture 2" descr="INFY_peer_20260918_051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5947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INFY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15.9%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